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872" y="-4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B4787BA-A751-44E9-83C2-BBAA3DE98A01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35A060DC-7166-4A6C-AACB-CF2A03CFBE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656772"/>
            <a:ext cx="8229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Y. PATIL COLLEGE OF ENGINEERING, AKURDI, PUNE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SAVITRIBAI PHULE PUNE UNIVERSITY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Department of Information Technology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Topic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[Name1]_[RollNo1]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[Name2]_[RollNo2]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[Name3]_[RollNo3]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[Name4]_[RollNo4]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 the guidance of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Guide Name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Course Name: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Course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2021-2022 Semester-II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user\Desktop\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43815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0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83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 to the topic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Topic contents(details, types, diagram, flow, tables, charts, real time data, analysis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58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Topic contents(details, types, diagram, flow, tables, charts, real time data, analysis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9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Topic contents(details, types, diagram, flow, tables, charts, real time data, analysis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9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9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1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20</TotalTime>
  <Words>79</Words>
  <Application>Microsoft Office PowerPoint</Application>
  <PresentationFormat>On-screen Show (4:3)</PresentationFormat>
  <Paragraphs>12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Clarity</vt:lpstr>
      <vt:lpstr>PowerPoint Presentation</vt:lpstr>
      <vt:lpstr>Index</vt:lpstr>
      <vt:lpstr>Introduction to the topic</vt:lpstr>
      <vt:lpstr>Topic contents(details, types, diagram, flow, tables, charts, real time data, analysis etc)</vt:lpstr>
      <vt:lpstr>Topic contents(details, types, diagram, flow, tables, charts, real time data, analysis etc)</vt:lpstr>
      <vt:lpstr>Topic contents(details, types, diagram, flow, tables, charts, real time data, analysis etc)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2022-03-23T10:23:34Z</dcterms:created>
  <dcterms:modified xsi:type="dcterms:W3CDTF">2022-03-24T06:06:19Z</dcterms:modified>
</cp:coreProperties>
</file>